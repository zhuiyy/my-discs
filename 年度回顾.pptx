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2" r:id="rId6"/>
    <p:sldId id="259" r:id="rId7"/>
    <p:sldId id="263" r:id="rId8"/>
    <p:sldId id="260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92"/>
  </p:normalViewPr>
  <p:slideViewPr>
    <p:cSldViewPr snapToGrid="0">
      <p:cViewPr varScale="1">
        <p:scale>
          <a:sx n="91" d="100"/>
          <a:sy n="91" d="100"/>
        </p:scale>
        <p:origin x="19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E78268-2385-7928-A646-97483D506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805C6A-7C24-0310-7467-1C5CF3820D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007F78-3687-AC64-D36E-DCB8C5CFA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EA5C9CB-1871-6EBF-FD94-9F02EA5D9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FA8F37-E1B1-0854-0DF1-99428577B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7548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92977-80A5-5305-0738-1B868364F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8BE898-B5A7-9DF4-FE90-472519422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4DCF6F-60CC-FF1C-DF9F-66DAFF521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8A3C2B-7293-B525-2E6B-966C24FDB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350BD8-37E5-0CB3-6F87-6BB596049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1820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C9E293-7368-F72B-B0C9-C514E782D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1BF675-10DA-E8DC-A133-DAA123D15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68EE6A-7C5D-D6E7-C861-73E392558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F6BD8F-2955-658C-B2B9-76D124142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783395-65C0-6D06-3E8E-C2AFB4AD7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2088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0F1168-2C4E-F004-1134-9D43F3A13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0A6AA4-04C0-9490-826B-76A858D8C9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09A4B70-5629-E1ED-E266-C3B6595109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5032C3B-09A1-BD06-EDD8-90296508F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073C6D-20F8-AD2B-0726-031F7CC0F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5E4E9B-7A92-2C98-CED2-AD8083B58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140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241549-EEBE-4653-BB6B-9CE011007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1DC037-46FE-379E-5678-4DD50F0A2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92778-376D-B81E-04FE-ED32EB4C2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27FEBA4-EB66-A612-5B14-6A962062D1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E9FE3F6-DF38-DC86-E907-603ABC909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9028DB-2FC1-C346-1EE5-F7323029A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91A4890-76D3-5B56-E8CD-8D1A3270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084D796-DD38-95B5-FD52-25F8CD3C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288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C3EB76-0098-0408-7841-7759220BF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5E3188E-14B4-8CD5-877C-48526BCA6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6D3C044-A901-4A94-EBE7-D94AECEB7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9A0F6AA-6D52-2388-19DA-C82A3AD7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2949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64F8F84-CD18-41B8-2986-BAF85E3E7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316B675-C9F2-3CA9-B623-C3809432E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AB87EC-3ED0-2568-BCA4-5A9480978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016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F7B0B3-C511-2633-2277-B7524CD32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98C745-A253-53E5-5DB6-C99D5B39E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2FB4B91-AD38-6E62-CB9B-93AF0DDBC7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6865788-DEF7-527B-2C29-53944A091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4EF8C2-3CC4-2045-AA6B-D4AFE46C9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75F2A0-A77D-ED47-0F9D-B186052A0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3223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C569D-8550-62C7-85F6-85C63F643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E096D01-066E-095B-7C9E-A314380F9D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D5E46EF-8D9B-BE0E-2012-F2EB8E5C9A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A5B7A09-191B-A797-0A01-3002DB982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7CEBB1-5F10-0937-DD96-B09ED26F5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90922A1-CC3D-5A58-71B5-F16D8598A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5087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FC18DE-204D-710E-8486-21B762B48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104FD46-29C7-4274-4CE5-C641E31011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D36D77-AD2E-FDDE-DE75-320A8DE9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38AF37-8DA9-7F01-BE5C-FE308A052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B69882-C779-CF1F-839E-FA87BE0F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02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8767B8-33AC-FBC1-692C-81484A0BDA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6529917-535D-4870-AAC9-D014F5424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6D7DD9-8DF7-4A7C-28AA-30DDC677D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F562E0-AAE2-9158-7DE6-16F42D75E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BD1744-DFBB-D4BE-2054-795E3A67C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5243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CFF4D58-5144-B41B-425D-646A6CA2A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8FA1B4B-B213-F6C6-9F1A-B394B0FC6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8FFD0E-747F-DA09-70E8-7F79B6EE25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ECCD3-2C18-45EA-89CB-0ED5AA412099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0B68D5-EC82-8C5E-3AA3-47EB56330B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71EED6-3511-462F-921F-8EAE11955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F4CD2B-1C41-4C0F-ACB0-F7EEE811F4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9137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0BED87-B506-13D1-7F5E-52FEB8F5B2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Zhuiy </a:t>
            </a:r>
            <a:r>
              <a:rPr lang="zh-CN" altLang="en-US" dirty="0"/>
              <a:t>金曲年度回顾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0B3E3F2-D1D7-BD6E-C56D-1F03610C06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7C4637-0468-E328-EBFE-7E52B4EE8A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617" t="-870" r="37927" b="34348"/>
          <a:stretch/>
        </p:blipFill>
        <p:spPr>
          <a:xfrm>
            <a:off x="5555973" y="3803980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874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C23C8A-BBC7-4DA9-2B07-EF3DF8418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2018</a:t>
            </a:r>
            <a:r>
              <a:rPr lang="zh-CN" altLang="en-US" dirty="0"/>
              <a:t>年度歌单 </a:t>
            </a:r>
            <a:r>
              <a:rPr lang="en-US" altLang="zh-CN" dirty="0"/>
              <a:t>1/9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92D6C-28E5-F918-F24D-BC8E36DE7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95052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>
                <a:highlight>
                  <a:srgbClr val="FFFF00"/>
                </a:highlight>
              </a:rPr>
              <a:t>04-Chatterbox</a:t>
            </a:r>
            <a:endParaRPr lang="zh-CN" altLang="en-US" dirty="0">
              <a:highlight>
                <a:srgbClr val="FFFF00"/>
              </a:highlight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33C67D9-CF59-C9F8-C23B-82D856F9F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69" y="0"/>
            <a:ext cx="4340831" cy="6858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B095F0D-A47F-677C-F10B-F2A0B76EC0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617" t="-870" r="37927" b="34348"/>
          <a:stretch/>
        </p:blipFill>
        <p:spPr>
          <a:xfrm>
            <a:off x="3695699" y="1349014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425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C23C8A-BBC7-4DA9-2B07-EF3DF8418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2018</a:t>
            </a:r>
            <a:r>
              <a:rPr lang="zh-CN" altLang="en-US" dirty="0"/>
              <a:t>年度歌单 </a:t>
            </a:r>
            <a:r>
              <a:rPr lang="en-US" altLang="zh-CN" dirty="0"/>
              <a:t>1/9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92D6C-28E5-F918-F24D-BC8E36DE7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95052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摸索的一年</a:t>
            </a:r>
            <a:r>
              <a:rPr lang="en-US" altLang="zh-CN" dirty="0"/>
              <a:t>, </a:t>
            </a:r>
            <a:r>
              <a:rPr lang="zh-CN" altLang="en-US" dirty="0"/>
              <a:t>准确把握</a:t>
            </a:r>
            <a:r>
              <a:rPr lang="en-US" altLang="zh-CN" dirty="0"/>
              <a:t>Seve</a:t>
            </a:r>
            <a:r>
              <a:rPr lang="zh-CN" altLang="en-US" dirty="0"/>
              <a:t>、</a:t>
            </a:r>
            <a:r>
              <a:rPr lang="en-US" altLang="zh-CN" dirty="0"/>
              <a:t>Friendships</a:t>
            </a:r>
            <a:r>
              <a:rPr lang="zh-CN" altLang="en-US" dirty="0"/>
              <a:t>等热曲</a:t>
            </a:r>
            <a:r>
              <a:rPr lang="en-US" altLang="zh-CN" dirty="0"/>
              <a:t>, </a:t>
            </a:r>
            <a:r>
              <a:rPr lang="zh-CN" altLang="en-US" dirty="0"/>
              <a:t>把</a:t>
            </a:r>
            <a:r>
              <a:rPr lang="en-US" altLang="zh-CN" dirty="0" err="1"/>
              <a:t>Axero</a:t>
            </a:r>
            <a:r>
              <a:rPr lang="zh-CN" altLang="en-US" dirty="0"/>
              <a:t>视为电子音乐之神</a:t>
            </a:r>
            <a:r>
              <a:rPr lang="en-US" altLang="zh-CN" dirty="0"/>
              <a:t>, </a:t>
            </a:r>
            <a:r>
              <a:rPr lang="zh-CN" altLang="en-US" dirty="0"/>
              <a:t>同时也抓住了真正的金曲</a:t>
            </a:r>
            <a:r>
              <a:rPr lang="en-US" altLang="zh-CN" dirty="0"/>
              <a:t>Chatterbox, </a:t>
            </a:r>
            <a:r>
              <a:rPr lang="zh-CN" altLang="en-US" dirty="0"/>
              <a:t>无与伦比的和弦与拥有超时代意义的</a:t>
            </a:r>
            <a:r>
              <a:rPr lang="en-US" altLang="zh-CN" dirty="0"/>
              <a:t>Future Bounce, </a:t>
            </a:r>
            <a:r>
              <a:rPr lang="zh-CN" altLang="en-US" dirty="0"/>
              <a:t>我们之后还会再见到它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33C67D9-CF59-C9F8-C23B-82D856F9F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69" y="0"/>
            <a:ext cx="43408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619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36D45D-D312-0D2D-D9C6-ED590934C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2019</a:t>
            </a:r>
            <a:r>
              <a:rPr lang="zh-CN" altLang="en-US" dirty="0"/>
              <a:t>年度歌单 </a:t>
            </a:r>
            <a:r>
              <a:rPr lang="en-US" altLang="zh-CN" dirty="0"/>
              <a:t>6/10</a:t>
            </a:r>
            <a:r>
              <a:rPr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F1CDA-A617-5B1B-65D7-8A53F4A895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01-Angelina</a:t>
            </a:r>
          </a:p>
          <a:p>
            <a:pPr marL="0" indent="0">
              <a:buNone/>
            </a:pPr>
            <a:r>
              <a:rPr lang="en-US" altLang="zh-CN" dirty="0"/>
              <a:t>02-Trippy love</a:t>
            </a:r>
          </a:p>
          <a:p>
            <a:pPr marL="0" indent="0">
              <a:buNone/>
            </a:pPr>
            <a:r>
              <a:rPr lang="en-US" altLang="zh-CN" dirty="0"/>
              <a:t>03-Look at Me Now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FFFF00"/>
                </a:highlight>
              </a:rPr>
              <a:t>05-U Make Me (Remix)</a:t>
            </a:r>
          </a:p>
          <a:p>
            <a:pPr marL="0" indent="0">
              <a:buNone/>
            </a:pPr>
            <a:r>
              <a:rPr lang="en-US" altLang="zh-CN" dirty="0"/>
              <a:t>08-Since We Met</a:t>
            </a:r>
          </a:p>
          <a:p>
            <a:pPr marL="0" indent="0">
              <a:buNone/>
            </a:pPr>
            <a:r>
              <a:rPr lang="en-US" altLang="zh-CN" dirty="0"/>
              <a:t>09-Nothing On Us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468FE5B-B9F8-F7FA-F3D4-546E7F30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216" y="0"/>
            <a:ext cx="4229784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E4226A5-6F14-1AC5-F519-607CC1BD07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617" t="-870" r="37927" b="34348"/>
          <a:stretch/>
        </p:blipFill>
        <p:spPr>
          <a:xfrm>
            <a:off x="4750903" y="2909458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170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36D45D-D312-0D2D-D9C6-ED590934C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2019</a:t>
            </a:r>
            <a:r>
              <a:rPr lang="zh-CN" altLang="en-US" dirty="0"/>
              <a:t>年度歌单 </a:t>
            </a:r>
            <a:r>
              <a:rPr lang="en-US" altLang="zh-CN" dirty="0"/>
              <a:t>6/10</a:t>
            </a:r>
            <a:r>
              <a:rPr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F1CDA-A617-5B1B-65D7-8A53F4A89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44139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向多元化发展的一年</a:t>
            </a:r>
            <a:r>
              <a:rPr lang="en-US" altLang="zh-CN" dirty="0"/>
              <a:t>. </a:t>
            </a:r>
            <a:r>
              <a:rPr lang="zh-CN" altLang="en-US" dirty="0"/>
              <a:t>纯音方面以</a:t>
            </a:r>
            <a:r>
              <a:rPr lang="en-US" altLang="zh-CN" dirty="0"/>
              <a:t>Tommy</a:t>
            </a:r>
            <a:r>
              <a:rPr lang="zh-CN" altLang="en-US" dirty="0"/>
              <a:t>大师的指弹为典型</a:t>
            </a:r>
            <a:r>
              <a:rPr lang="en-US" altLang="zh-CN" dirty="0"/>
              <a:t>; </a:t>
            </a:r>
            <a:r>
              <a:rPr lang="zh-CN" altLang="en-US" dirty="0"/>
              <a:t>电子方面了解轻电子</a:t>
            </a:r>
            <a:r>
              <a:rPr lang="en-US" altLang="zh-CN" dirty="0"/>
              <a:t>, </a:t>
            </a:r>
            <a:r>
              <a:rPr lang="zh-CN" altLang="en-US" dirty="0"/>
              <a:t>如</a:t>
            </a:r>
            <a:r>
              <a:rPr lang="en-US" altLang="zh-CN" dirty="0"/>
              <a:t>Trippy Love, Nothing On Us, </a:t>
            </a:r>
            <a:r>
              <a:rPr lang="zh-CN" altLang="en-US" dirty="0"/>
              <a:t>硬核的</a:t>
            </a:r>
            <a:r>
              <a:rPr lang="en-US" altLang="zh-CN" dirty="0" err="1"/>
              <a:t>Bouce</a:t>
            </a:r>
            <a:r>
              <a:rPr lang="zh-CN" altLang="en-US" dirty="0"/>
              <a:t>也在继续</a:t>
            </a:r>
            <a:r>
              <a:rPr lang="en-US" altLang="zh-CN" dirty="0"/>
              <a:t>, U Make Me</a:t>
            </a:r>
            <a:r>
              <a:rPr lang="zh-CN" altLang="en-US" dirty="0"/>
              <a:t>当之无愧成为金曲</a:t>
            </a:r>
            <a:r>
              <a:rPr lang="en-US" altLang="zh-CN" dirty="0"/>
              <a:t>; </a:t>
            </a:r>
            <a:r>
              <a:rPr lang="zh-CN" altLang="en-US" dirty="0"/>
              <a:t>流行方面抓回</a:t>
            </a:r>
            <a:r>
              <a:rPr lang="en-US" altLang="zh-CN" dirty="0"/>
              <a:t>Charlie Puth; Just Dropped In </a:t>
            </a:r>
            <a:r>
              <a:rPr lang="zh-CN" altLang="en-US" dirty="0"/>
              <a:t>有点爵士的意思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468FE5B-B9F8-F7FA-F3D4-546E7F30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216" y="0"/>
            <a:ext cx="42297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174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A98957-A864-D375-7AF5-7E8868073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2020</a:t>
            </a:r>
            <a:r>
              <a:rPr lang="zh-CN" altLang="en-US" dirty="0"/>
              <a:t>年度歌单 </a:t>
            </a:r>
            <a:r>
              <a:rPr lang="en-US" altLang="zh-CN" dirty="0"/>
              <a:t>8/10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D779B8-FD7B-64E5-998E-588856CC7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54078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/>
              <a:t>01-\(^o^)/</a:t>
            </a:r>
          </a:p>
          <a:p>
            <a:pPr marL="0" indent="0">
              <a:buNone/>
            </a:pPr>
            <a:r>
              <a:rPr lang="en-US" altLang="zh-CN" dirty="0"/>
              <a:t>02-Cool</a:t>
            </a:r>
          </a:p>
          <a:p>
            <a:pPr marL="0" indent="0">
              <a:buNone/>
            </a:pPr>
            <a:r>
              <a:rPr lang="en-US" altLang="zh-CN" dirty="0"/>
              <a:t>03-More Than Once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FFFF00"/>
                </a:highlight>
              </a:rPr>
              <a:t>05-Meant To Be (Remix)</a:t>
            </a:r>
          </a:p>
          <a:p>
            <a:pPr marL="0" indent="0">
              <a:buNone/>
            </a:pPr>
            <a:r>
              <a:rPr lang="en-US" altLang="zh-CN" dirty="0"/>
              <a:t>07-Return To The Wild</a:t>
            </a:r>
          </a:p>
          <a:p>
            <a:pPr marL="0" indent="0">
              <a:buNone/>
            </a:pPr>
            <a:r>
              <a:rPr lang="en-US" altLang="zh-CN" dirty="0"/>
              <a:t>08-U make Me (Remix)   </a:t>
            </a:r>
            <a:r>
              <a:rPr lang="zh-CN" altLang="en-US" dirty="0"/>
              <a:t>蝉联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09-《</a:t>
            </a:r>
            <a:r>
              <a:rPr lang="zh-CN" altLang="en-US" dirty="0"/>
              <a:t>港村</a:t>
            </a:r>
            <a:r>
              <a:rPr lang="en-US" altLang="zh-CN" dirty="0"/>
              <a:t>》</a:t>
            </a:r>
          </a:p>
          <a:p>
            <a:pPr marL="0" indent="0">
              <a:buNone/>
            </a:pPr>
            <a:r>
              <a:rPr lang="en-US" altLang="zh-CN" dirty="0"/>
              <a:t>10-Grescale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112CF87-75DE-E933-40DA-B4958C9D1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2366" y="0"/>
            <a:ext cx="4159634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437B112-4B8D-3E03-7F46-4B22DF7545F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617" t="-870" r="37927" b="34348"/>
          <a:stretch/>
        </p:blipFill>
        <p:spPr>
          <a:xfrm>
            <a:off x="5015947" y="2899520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32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A98957-A864-D375-7AF5-7E8868073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2020</a:t>
            </a:r>
            <a:r>
              <a:rPr lang="zh-CN" altLang="en-US" dirty="0"/>
              <a:t>年度歌单 </a:t>
            </a:r>
            <a:r>
              <a:rPr lang="en-US" altLang="zh-CN" dirty="0"/>
              <a:t>8/10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D779B8-FD7B-64E5-998E-588856CC7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54078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二次元氛围浓起来了</a:t>
            </a:r>
            <a:r>
              <a:rPr lang="en-US" altLang="zh-CN" dirty="0"/>
              <a:t>, </a:t>
            </a:r>
            <a:r>
              <a:rPr lang="zh-CN" altLang="en-US" dirty="0"/>
              <a:t>开始对管乐产生兴趣</a:t>
            </a:r>
            <a:r>
              <a:rPr lang="en-US" altLang="zh-CN" dirty="0"/>
              <a:t>. </a:t>
            </a:r>
            <a:r>
              <a:rPr lang="zh-CN" altLang="en-US" dirty="0"/>
              <a:t>电子方面识别</a:t>
            </a:r>
            <a:r>
              <a:rPr lang="en-US" altLang="zh-CN" dirty="0"/>
              <a:t>7ubo</a:t>
            </a:r>
            <a:r>
              <a:rPr lang="zh-CN" altLang="en-US" dirty="0"/>
              <a:t>最佳曲</a:t>
            </a:r>
            <a:r>
              <a:rPr lang="en-US" altLang="zh-CN" dirty="0"/>
              <a:t>Cool, Bounce</a:t>
            </a:r>
            <a:r>
              <a:rPr lang="zh-CN" altLang="en-US" dirty="0"/>
              <a:t>听了</a:t>
            </a:r>
            <a:r>
              <a:rPr lang="en-US" altLang="zh-CN" dirty="0"/>
              <a:t>More Than Once, Miss, U Make Me, </a:t>
            </a:r>
            <a:r>
              <a:rPr lang="zh-CN" altLang="en-US" dirty="0"/>
              <a:t>且向更多风格涉猎</a:t>
            </a:r>
            <a:r>
              <a:rPr lang="en-US" altLang="zh-CN" dirty="0"/>
              <a:t>, </a:t>
            </a:r>
            <a:r>
              <a:rPr lang="zh-CN" altLang="en-US" dirty="0"/>
              <a:t>如‘</a:t>
            </a:r>
            <a:r>
              <a:rPr lang="en-US" altLang="zh-CN" dirty="0"/>
              <a:t>Electro Prog</a:t>
            </a:r>
            <a:r>
              <a:rPr lang="zh-CN" altLang="en-US" dirty="0"/>
              <a:t>’</a:t>
            </a:r>
            <a:r>
              <a:rPr lang="en-US" altLang="zh-CN" dirty="0"/>
              <a:t> Cool</a:t>
            </a:r>
            <a:r>
              <a:rPr lang="zh-CN" altLang="en-US" dirty="0"/>
              <a:t>、</a:t>
            </a:r>
            <a:r>
              <a:rPr lang="en-US" altLang="zh-CN" dirty="0"/>
              <a:t>Return To The Wild,</a:t>
            </a:r>
            <a:r>
              <a:rPr lang="zh-CN" altLang="en-US" dirty="0"/>
              <a:t> ‘</a:t>
            </a:r>
            <a:r>
              <a:rPr lang="en-US" altLang="zh-CN" dirty="0"/>
              <a:t>Future House</a:t>
            </a:r>
            <a:r>
              <a:rPr lang="zh-CN" altLang="en-US" dirty="0"/>
              <a:t>’ </a:t>
            </a:r>
            <a:r>
              <a:rPr lang="en-US" altLang="zh-CN" dirty="0"/>
              <a:t>Meant To Be (Remix), </a:t>
            </a:r>
            <a:r>
              <a:rPr lang="zh-CN" altLang="en-US" dirty="0"/>
              <a:t>‘</a:t>
            </a:r>
            <a:r>
              <a:rPr lang="en-US" altLang="zh-CN" dirty="0" err="1"/>
              <a:t>Complextro</a:t>
            </a:r>
            <a:r>
              <a:rPr lang="zh-CN" altLang="en-US" dirty="0"/>
              <a:t>’ </a:t>
            </a:r>
            <a:r>
              <a:rPr lang="en-US" altLang="zh-CN" dirty="0" err="1"/>
              <a:t>Grescale</a:t>
            </a:r>
            <a:r>
              <a:rPr lang="en-US" altLang="zh-CN" dirty="0"/>
              <a:t>. </a:t>
            </a:r>
            <a:r>
              <a:rPr lang="zh-CN" altLang="en-US" dirty="0"/>
              <a:t>生活方面开始学习</a:t>
            </a:r>
            <a:r>
              <a:rPr lang="en-US" altLang="zh-CN" dirty="0"/>
              <a:t>FL, </a:t>
            </a:r>
            <a:r>
              <a:rPr lang="zh-CN" altLang="en-US" dirty="0"/>
              <a:t>制作</a:t>
            </a:r>
            <a:r>
              <a:rPr lang="en-US" altLang="zh-CN" dirty="0"/>
              <a:t>Whale Fall, </a:t>
            </a:r>
            <a:r>
              <a:rPr lang="zh-CN" altLang="en-US" dirty="0"/>
              <a:t>回顾影响我最大的动漫</a:t>
            </a:r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112CF87-75DE-E933-40DA-B4958C9D1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2366" y="0"/>
            <a:ext cx="41596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783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239891-882A-E610-B09A-F649B3851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2021</a:t>
            </a:r>
            <a:r>
              <a:rPr lang="zh-CN" altLang="en-US" dirty="0"/>
              <a:t>年度歌单 </a:t>
            </a:r>
            <a:r>
              <a:rPr lang="en-US" altLang="zh-CN" dirty="0"/>
              <a:t>8/10</a:t>
            </a:r>
            <a:r>
              <a:rPr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B1D401-60DD-867B-386F-AA62A2F41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01-The Light Is Always On</a:t>
            </a:r>
          </a:p>
          <a:p>
            <a:pPr marL="0" indent="0">
              <a:buNone/>
            </a:pPr>
            <a:r>
              <a:rPr lang="en-US" altLang="zh-CN" dirty="0"/>
              <a:t>02-Waves</a:t>
            </a:r>
          </a:p>
          <a:p>
            <a:pPr marL="0" indent="0">
              <a:buNone/>
            </a:pPr>
            <a:r>
              <a:rPr lang="en-US" altLang="zh-CN" dirty="0"/>
              <a:t>03-Be calm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FFFF00"/>
                </a:highlight>
              </a:rPr>
              <a:t>04-Mad World (Remix)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05-Prelude Op. 53,  No. 23 Moderato</a:t>
            </a:r>
          </a:p>
          <a:p>
            <a:pPr marL="0" indent="0">
              <a:buNone/>
            </a:pPr>
            <a:r>
              <a:rPr lang="en-US" altLang="zh-CN" dirty="0"/>
              <a:t>08-We Don’t Talk Enough</a:t>
            </a:r>
          </a:p>
          <a:p>
            <a:pPr marL="0" indent="0">
              <a:buNone/>
            </a:pPr>
            <a:r>
              <a:rPr lang="en-US" altLang="zh-CN" dirty="0"/>
              <a:t>09-Meant To Be (Remix)  </a:t>
            </a:r>
            <a:r>
              <a:rPr lang="zh-CN" altLang="en-US" dirty="0"/>
              <a:t>蝉联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10-More Than Once  </a:t>
            </a:r>
            <a:r>
              <a:rPr lang="zh-CN" altLang="en-US" dirty="0"/>
              <a:t>蝉联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286DBD0-7277-A4F3-B2AE-31FC6E211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339" y="0"/>
            <a:ext cx="4242661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4171DC6-04A5-D8F3-820C-32D4D1B458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617" t="-870" r="37927" b="34348"/>
          <a:stretch/>
        </p:blipFill>
        <p:spPr>
          <a:xfrm>
            <a:off x="4681329" y="2641102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39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239891-882A-E610-B09A-F649B3851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2021</a:t>
            </a:r>
            <a:r>
              <a:rPr lang="zh-CN" altLang="en-US" dirty="0"/>
              <a:t>年度歌单 </a:t>
            </a:r>
            <a:r>
              <a:rPr lang="en-US" altLang="zh-CN" dirty="0"/>
              <a:t>8/10</a:t>
            </a:r>
            <a:r>
              <a:rPr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B1D401-60DD-867B-386F-AA62A2F41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93835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向爵士与古典发展的一年</a:t>
            </a:r>
            <a:r>
              <a:rPr lang="en-US" altLang="zh-CN" dirty="0"/>
              <a:t>, </a:t>
            </a:r>
            <a:r>
              <a:rPr lang="zh-CN" altLang="en-US" dirty="0"/>
              <a:t>欣赏并学习</a:t>
            </a:r>
            <a:r>
              <a:rPr lang="en-US" altLang="zh-CN" dirty="0"/>
              <a:t>Op.</a:t>
            </a:r>
            <a:r>
              <a:rPr lang="zh-CN" altLang="en-US" dirty="0"/>
              <a:t> </a:t>
            </a:r>
            <a:r>
              <a:rPr lang="en-US" altLang="zh-CN" dirty="0"/>
              <a:t>53 No.</a:t>
            </a:r>
            <a:r>
              <a:rPr lang="zh-CN" altLang="en-US" dirty="0"/>
              <a:t> </a:t>
            </a:r>
            <a:r>
              <a:rPr lang="en-US" altLang="zh-CN" dirty="0"/>
              <a:t>23, </a:t>
            </a:r>
            <a:r>
              <a:rPr lang="zh-CN" altLang="en-US" dirty="0"/>
              <a:t>居然同年看了</a:t>
            </a:r>
            <a:r>
              <a:rPr lang="en-US" altLang="zh-CN" dirty="0"/>
              <a:t>Kapustin</a:t>
            </a:r>
            <a:r>
              <a:rPr lang="zh-CN" altLang="en-US" dirty="0"/>
              <a:t>音乐会</a:t>
            </a:r>
            <a:r>
              <a:rPr lang="en-US" altLang="zh-CN" dirty="0"/>
              <a:t>, </a:t>
            </a:r>
            <a:r>
              <a:rPr lang="zh-CN" altLang="en-US" dirty="0"/>
              <a:t>对我的品味影响深远</a:t>
            </a:r>
            <a:r>
              <a:rPr lang="en-US" altLang="zh-CN" dirty="0"/>
              <a:t>. </a:t>
            </a:r>
            <a:r>
              <a:rPr lang="zh-CN" altLang="en-US" dirty="0"/>
              <a:t>电子方面</a:t>
            </a:r>
            <a:r>
              <a:rPr lang="en-US" altLang="zh-CN" dirty="0"/>
              <a:t>, Future Bounce </a:t>
            </a:r>
            <a:r>
              <a:rPr lang="zh-CN" altLang="en-US" dirty="0"/>
              <a:t>摸到天花板 </a:t>
            </a:r>
            <a:r>
              <a:rPr lang="en-US" altLang="zh-CN" dirty="0"/>
              <a:t>Mad World (Remix), </a:t>
            </a:r>
            <a:r>
              <a:rPr lang="zh-CN" altLang="en-US" dirty="0"/>
              <a:t>从</a:t>
            </a:r>
            <a:r>
              <a:rPr lang="en-US" altLang="zh-CN" dirty="0"/>
              <a:t>MHA</a:t>
            </a:r>
            <a:r>
              <a:rPr lang="zh-CN" altLang="en-US" dirty="0"/>
              <a:t>视频里学</a:t>
            </a:r>
            <a:r>
              <a:rPr lang="en-US" altLang="zh-CN" dirty="0"/>
              <a:t>Future House, </a:t>
            </a:r>
            <a:r>
              <a:rPr lang="zh-CN" altLang="en-US" dirty="0"/>
              <a:t>多首入选</a:t>
            </a:r>
            <a:r>
              <a:rPr lang="en-US" altLang="zh-CN" dirty="0"/>
              <a:t>, </a:t>
            </a:r>
            <a:r>
              <a:rPr lang="zh-CN" altLang="en-US" dirty="0"/>
              <a:t>其中有</a:t>
            </a:r>
            <a:r>
              <a:rPr lang="en-US" altLang="zh-CN" dirty="0" err="1"/>
              <a:t>Retrovision</a:t>
            </a:r>
            <a:r>
              <a:rPr lang="en-US" altLang="zh-CN" dirty="0"/>
              <a:t> </a:t>
            </a:r>
            <a:r>
              <a:rPr lang="zh-CN" altLang="en-US" dirty="0"/>
              <a:t>顶级</a:t>
            </a:r>
            <a:r>
              <a:rPr lang="en-US" altLang="zh-CN" dirty="0"/>
              <a:t>IP Waves, D&amp;B</a:t>
            </a:r>
            <a:r>
              <a:rPr lang="zh-CN" altLang="en-US" dirty="0"/>
              <a:t>也有听</a:t>
            </a:r>
            <a:r>
              <a:rPr lang="en-US" altLang="zh-CN" dirty="0"/>
              <a:t>Feint </a:t>
            </a:r>
            <a:r>
              <a:rPr lang="zh-CN" altLang="en-US" dirty="0"/>
              <a:t>的</a:t>
            </a:r>
            <a:r>
              <a:rPr lang="en-US" altLang="zh-CN" dirty="0"/>
              <a:t>Weavers, Au5</a:t>
            </a:r>
            <a:r>
              <a:rPr lang="zh-CN" altLang="en-US" dirty="0"/>
              <a:t>的</a:t>
            </a:r>
            <a:r>
              <a:rPr lang="en-US" altLang="zh-CN" dirty="0"/>
              <a:t>Future Garage</a:t>
            </a:r>
            <a:r>
              <a:rPr lang="zh-CN" altLang="en-US" dirty="0"/>
              <a:t>搭配管弦乐过于惊艳</a:t>
            </a:r>
            <a:r>
              <a:rPr lang="en-US" altLang="zh-CN" dirty="0"/>
              <a:t>; </a:t>
            </a:r>
            <a:r>
              <a:rPr lang="zh-CN" altLang="en-US" dirty="0"/>
              <a:t>流行方面向融合发展</a:t>
            </a:r>
            <a:r>
              <a:rPr lang="en-US" altLang="zh-CN" dirty="0"/>
              <a:t>, </a:t>
            </a:r>
            <a:r>
              <a:rPr lang="zh-CN" altLang="en-US" dirty="0"/>
              <a:t>听</a:t>
            </a:r>
            <a:r>
              <a:rPr lang="en-US" altLang="zh-CN" dirty="0"/>
              <a:t>Be Calm, The Fun.</a:t>
            </a:r>
            <a:r>
              <a:rPr lang="zh-CN" altLang="en-US" dirty="0"/>
              <a:t> 真的很厉害</a:t>
            </a:r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286DBD0-7277-A4F3-B2AE-31FC6E211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339" y="0"/>
            <a:ext cx="42426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85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BF488D-F1F5-93D7-F83F-757B79A3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2022</a:t>
            </a:r>
            <a:r>
              <a:rPr lang="zh-CN" altLang="en-US" dirty="0"/>
              <a:t>年度歌单 </a:t>
            </a:r>
            <a:r>
              <a:rPr lang="en-US" altLang="zh-CN" dirty="0"/>
              <a:t>8/10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FA41F0-5E19-75FB-842B-B7355838F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02-Op. 40,  No. 6</a:t>
            </a:r>
          </a:p>
          <a:p>
            <a:pPr marL="0" indent="0">
              <a:buNone/>
            </a:pPr>
            <a:r>
              <a:rPr lang="en-US" altLang="zh-CN" dirty="0"/>
              <a:t>03-Reality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FFFF00"/>
                </a:highlight>
              </a:rPr>
              <a:t>04-Your Move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05-Op. 40,  No. 1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06-Op. 40,  No. 3</a:t>
            </a:r>
          </a:p>
          <a:p>
            <a:pPr marL="0" indent="0">
              <a:buNone/>
            </a:pPr>
            <a:r>
              <a:rPr lang="en-US" altLang="zh-CN" dirty="0"/>
              <a:t>07-</a:t>
            </a:r>
            <a:r>
              <a:rPr lang="zh-CN" altLang="en-US" dirty="0"/>
              <a:t>爱の诗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08-A Short Story</a:t>
            </a:r>
          </a:p>
          <a:p>
            <a:pPr marL="0" indent="0">
              <a:buNone/>
            </a:pPr>
            <a:r>
              <a:rPr lang="en-US" altLang="zh-CN" dirty="0"/>
              <a:t>10-</a:t>
            </a:r>
            <a:r>
              <a:rPr lang="zh-CN" altLang="en-US" dirty="0"/>
              <a:t>罗生门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D63DF60-5C82-0983-1A85-708F92053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212" y="0"/>
            <a:ext cx="4813788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5F22B46-4596-B3F9-6071-07DB705D6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617" t="-870" r="37927" b="34348"/>
          <a:stretch/>
        </p:blipFill>
        <p:spPr>
          <a:xfrm>
            <a:off x="3568180" y="2432380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54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BF488D-F1F5-93D7-F83F-757B79A3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2022</a:t>
            </a:r>
            <a:r>
              <a:rPr lang="zh-CN" altLang="en-US" dirty="0"/>
              <a:t>年度歌单 </a:t>
            </a:r>
            <a:r>
              <a:rPr lang="en-US" altLang="zh-CN" dirty="0"/>
              <a:t>8/10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FA41F0-5E19-75FB-842B-B7355838F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77609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深入挖掘</a:t>
            </a:r>
            <a:r>
              <a:rPr lang="en-US" altLang="zh-CN" dirty="0"/>
              <a:t>Kapustin Op. 40, </a:t>
            </a:r>
            <a:r>
              <a:rPr lang="zh-CN" altLang="en-US" dirty="0"/>
              <a:t>大为震撼</a:t>
            </a:r>
            <a:r>
              <a:rPr lang="en-US" altLang="zh-CN" dirty="0"/>
              <a:t>, </a:t>
            </a:r>
            <a:r>
              <a:rPr lang="zh-CN" altLang="en-US" dirty="0"/>
              <a:t>确立练琴的最终目标</a:t>
            </a:r>
            <a:r>
              <a:rPr lang="en-US" altLang="zh-CN" dirty="0"/>
              <a:t>(?). Your Move</a:t>
            </a:r>
            <a:r>
              <a:rPr lang="zh-CN" altLang="en-US" dirty="0"/>
              <a:t>是难得的</a:t>
            </a:r>
            <a:r>
              <a:rPr lang="en-US" altLang="zh-CN" dirty="0"/>
              <a:t>Bounce</a:t>
            </a:r>
            <a:r>
              <a:rPr lang="zh-CN" altLang="en-US" dirty="0"/>
              <a:t>精品</a:t>
            </a:r>
            <a:r>
              <a:rPr lang="en-US" altLang="zh-CN" dirty="0"/>
              <a:t>; </a:t>
            </a:r>
            <a:r>
              <a:rPr lang="zh-CN" altLang="en-US" dirty="0"/>
              <a:t>中文歌曲开荒</a:t>
            </a:r>
            <a:r>
              <a:rPr lang="en-US" altLang="zh-CN" dirty="0"/>
              <a:t>, </a:t>
            </a:r>
            <a:r>
              <a:rPr lang="zh-CN" altLang="en-US" dirty="0"/>
              <a:t>听麦浚龙</a:t>
            </a:r>
            <a:r>
              <a:rPr lang="en-US" altLang="zh-CN" dirty="0"/>
              <a:t>. </a:t>
            </a:r>
            <a:r>
              <a:rPr lang="zh-CN" altLang="en-US" dirty="0"/>
              <a:t>做了班歌</a:t>
            </a:r>
            <a:r>
              <a:rPr lang="en-US" altLang="zh-CN" dirty="0"/>
              <a:t>, </a:t>
            </a:r>
            <a:r>
              <a:rPr lang="zh-CN" altLang="en-US" dirty="0"/>
              <a:t>熟悉</a:t>
            </a:r>
            <a:r>
              <a:rPr lang="en-US" altLang="zh-CN" dirty="0" err="1"/>
              <a:t>Kontakt</a:t>
            </a:r>
            <a:r>
              <a:rPr lang="en-US" altLang="zh-CN" dirty="0"/>
              <a:t> 7</a:t>
            </a: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D63DF60-5C82-0983-1A85-708F92053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212" y="0"/>
            <a:ext cx="48137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158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8B3808-1535-0342-3C36-C611DB3CB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2023</a:t>
            </a:r>
            <a:r>
              <a:rPr lang="zh-CN" altLang="en-US" dirty="0"/>
              <a:t>年度歌单 </a:t>
            </a:r>
            <a:r>
              <a:rPr lang="en-US" altLang="zh-CN" dirty="0"/>
              <a:t>9/10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AF7579-1B1B-62A1-7807-E186B7408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01-Op. 40,  No. 8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02-Op. 40,  No. 2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03-Op. 40,  No. 8</a:t>
            </a:r>
          </a:p>
          <a:p>
            <a:pPr marL="0" indent="0">
              <a:buNone/>
            </a:pPr>
            <a:r>
              <a:rPr lang="en-US" altLang="zh-CN" dirty="0"/>
              <a:t>04-summit</a:t>
            </a:r>
          </a:p>
          <a:p>
            <a:pPr marL="0" indent="0">
              <a:buNone/>
            </a:pPr>
            <a:r>
              <a:rPr lang="en-US" altLang="zh-CN" dirty="0"/>
              <a:t>06-Loretta</a:t>
            </a:r>
          </a:p>
          <a:p>
            <a:pPr marL="0" indent="0">
              <a:buNone/>
            </a:pPr>
            <a:r>
              <a:rPr lang="en-US" altLang="zh-CN" dirty="0"/>
              <a:t>07-Wonderful Slippery Thing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08-Op. 40,  No. 3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FFFF00"/>
                </a:highlight>
              </a:rPr>
              <a:t>09-Velours</a:t>
            </a:r>
          </a:p>
          <a:p>
            <a:pPr marL="0" indent="0">
              <a:buNone/>
            </a:pPr>
            <a:r>
              <a:rPr lang="en-US" altLang="zh-CN" dirty="0"/>
              <a:t>10-Playing God</a:t>
            </a: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7320971-CF53-0586-9FE2-7619183C6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10" y="0"/>
            <a:ext cx="4256690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89E5322-80BD-8B75-3644-A19F5D5034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617" t="-870" r="37927" b="34348"/>
          <a:stretch/>
        </p:blipFill>
        <p:spPr>
          <a:xfrm>
            <a:off x="3617843" y="4639665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395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8B3808-1535-0342-3C36-C611DB3CB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2023</a:t>
            </a:r>
            <a:r>
              <a:rPr lang="zh-CN" altLang="en-US" dirty="0"/>
              <a:t>年度歌单 </a:t>
            </a:r>
            <a:r>
              <a:rPr lang="en-US" altLang="zh-CN" dirty="0"/>
              <a:t>9/10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AF7579-1B1B-62A1-7807-E186B7408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2365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沉迷练琴</a:t>
            </a:r>
            <a:r>
              <a:rPr lang="en-US" altLang="zh-CN" dirty="0"/>
              <a:t>; </a:t>
            </a:r>
            <a:r>
              <a:rPr lang="zh-CN" altLang="en-US" dirty="0"/>
              <a:t>感受小体量作品</a:t>
            </a:r>
            <a:r>
              <a:rPr lang="en-US" altLang="zh-CN" dirty="0"/>
              <a:t>, </a:t>
            </a:r>
            <a:r>
              <a:rPr lang="zh-CN" altLang="en-US" dirty="0"/>
              <a:t>认识电子爵士大师</a:t>
            </a:r>
            <a:r>
              <a:rPr lang="en-US" altLang="zh-CN" dirty="0" err="1"/>
              <a:t>Anomalie</a:t>
            </a:r>
            <a:r>
              <a:rPr lang="en-US" altLang="zh-CN" dirty="0"/>
              <a:t>, </a:t>
            </a:r>
            <a:r>
              <a:rPr lang="zh-CN" altLang="en-US" dirty="0"/>
              <a:t>制作目前最佳单曲</a:t>
            </a:r>
            <a:r>
              <a:rPr lang="en-US" altLang="zh-CN" dirty="0"/>
              <a:t>Walking On Air; </a:t>
            </a:r>
            <a:r>
              <a:rPr lang="zh-CN" altLang="en-US" dirty="0"/>
              <a:t>纯音乐</a:t>
            </a:r>
            <a:r>
              <a:rPr lang="en-US" altLang="zh-CN" dirty="0"/>
              <a:t>, Wonderful Slippery Thing, Playing God</a:t>
            </a:r>
            <a:r>
              <a:rPr lang="zh-CN" altLang="en-US" dirty="0"/>
              <a:t>都极好</a:t>
            </a:r>
            <a:r>
              <a:rPr lang="en-US" altLang="zh-CN" dirty="0"/>
              <a:t>; </a:t>
            </a:r>
            <a:r>
              <a:rPr lang="zh-CN" altLang="en-US" dirty="0"/>
              <a:t>流行听姜根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7320971-CF53-0586-9FE2-7619183C6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10" y="0"/>
            <a:ext cx="42566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509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ABC539-E50B-4BED-8076-BFB2F8413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2024</a:t>
            </a:r>
            <a:r>
              <a:rPr lang="zh-CN" altLang="en-US" dirty="0"/>
              <a:t>年度歌单 </a:t>
            </a:r>
            <a:r>
              <a:rPr lang="en-US" altLang="zh-CN" dirty="0"/>
              <a:t>10/10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592CE2-370D-465C-921E-985914189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zh-CN" dirty="0">
                <a:highlight>
                  <a:srgbClr val="FFFF00"/>
                </a:highlight>
              </a:rPr>
              <a:t>01-Wading Trough The Crowds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02-Op. 39 : 1</a:t>
            </a:r>
          </a:p>
          <a:p>
            <a:pPr marL="0" indent="0">
              <a:buNone/>
            </a:pPr>
            <a:r>
              <a:rPr lang="en-US" altLang="zh-CN" dirty="0"/>
              <a:t>03-Duvet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04-Op. 40,  No. 1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05-Op. 40,  No. 8</a:t>
            </a:r>
          </a:p>
          <a:p>
            <a:pPr marL="0" indent="0">
              <a:buNone/>
            </a:pPr>
            <a:r>
              <a:rPr lang="en-US" altLang="zh-CN" dirty="0"/>
              <a:t>06- Mad World (Remix)</a:t>
            </a:r>
          </a:p>
          <a:p>
            <a:pPr marL="0" indent="0">
              <a:buNone/>
            </a:pPr>
            <a:r>
              <a:rPr lang="en-US" altLang="zh-CN" dirty="0"/>
              <a:t>07-</a:t>
            </a:r>
            <a:r>
              <a:rPr lang="ja-JP" altLang="en-US" dirty="0"/>
              <a:t>ドルフィンみさき </a:t>
            </a:r>
            <a:r>
              <a:rPr lang="en-US" altLang="ja-JP" dirty="0"/>
              <a:t>- </a:t>
            </a:r>
            <a:r>
              <a:rPr lang="ja-JP" altLang="en-US" dirty="0"/>
              <a:t>地上</a:t>
            </a:r>
            <a:endParaRPr lang="en-US" altLang="ja-JP" dirty="0"/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08-M. 55 : 1</a:t>
            </a:r>
          </a:p>
          <a:p>
            <a:pPr marL="0" indent="0">
              <a:buNone/>
            </a:pPr>
            <a:r>
              <a:rPr lang="en-US" altLang="zh-CN" dirty="0"/>
              <a:t>09-Meant To Be (Remix)</a:t>
            </a:r>
          </a:p>
          <a:p>
            <a:pPr marL="0" indent="0">
              <a:buNone/>
            </a:pPr>
            <a:r>
              <a:rPr lang="en-US" altLang="zh-CN" dirty="0"/>
              <a:t>10-Loretta</a:t>
            </a:r>
          </a:p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A3B700-5B17-4387-8F41-83FC9CA2A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752" y="1102936"/>
            <a:ext cx="5538248" cy="465212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96A80ED-316A-4C76-989A-A71C15CEC4D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617" t="-870" r="37927" b="34348"/>
          <a:stretch/>
        </p:blipFill>
        <p:spPr>
          <a:xfrm>
            <a:off x="5573699" y="1199686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901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ABC539-E50B-4BED-8076-BFB2F8413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2024</a:t>
            </a:r>
            <a:r>
              <a:rPr lang="zh-CN" altLang="en-US" dirty="0"/>
              <a:t>年度歌单 </a:t>
            </a:r>
            <a:r>
              <a:rPr lang="en-US" altLang="zh-CN" dirty="0"/>
              <a:t>10/10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592CE2-370D-465C-921E-985914189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8291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终于认识到</a:t>
            </a:r>
            <a:r>
              <a:rPr lang="en-US" altLang="zh-CN" dirty="0" err="1">
                <a:highlight>
                  <a:srgbClr val="00FF00"/>
                </a:highlight>
              </a:rPr>
              <a:t>DnB</a:t>
            </a:r>
            <a:r>
              <a:rPr lang="zh-CN" altLang="en-US" dirty="0"/>
              <a:t>的好了</a:t>
            </a:r>
            <a:r>
              <a:rPr lang="en-US" altLang="zh-CN" dirty="0"/>
              <a:t>, </a:t>
            </a:r>
            <a:r>
              <a:rPr lang="zh-CN" altLang="en-US" dirty="0"/>
              <a:t>主要听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Hospital</a:t>
            </a:r>
            <a:r>
              <a:rPr lang="zh-CN" altLang="en-US" dirty="0"/>
              <a:t>电台</a:t>
            </a:r>
            <a:r>
              <a:rPr lang="en-US" altLang="zh-CN" dirty="0"/>
              <a:t>; </a:t>
            </a:r>
            <a:r>
              <a:rPr lang="zh-CN" altLang="en-US" dirty="0"/>
              <a:t> </a:t>
            </a:r>
            <a:r>
              <a:rPr lang="zh-CN" altLang="en-US" dirty="0">
                <a:highlight>
                  <a:srgbClr val="00FFFF"/>
                </a:highlight>
              </a:rPr>
              <a:t>古典</a:t>
            </a:r>
            <a:r>
              <a:rPr lang="zh-CN" altLang="en-US" dirty="0"/>
              <a:t>钢琴不拘束于听</a:t>
            </a:r>
            <a:r>
              <a:rPr lang="en-US" altLang="zh-CN" dirty="0"/>
              <a:t>Kapustin, </a:t>
            </a:r>
            <a:r>
              <a:rPr lang="zh-CN" altLang="en-US" dirty="0"/>
              <a:t> </a:t>
            </a:r>
            <a:r>
              <a:rPr lang="en-US" altLang="zh-CN" dirty="0"/>
              <a:t>25</a:t>
            </a:r>
            <a:r>
              <a:rPr lang="zh-CN" altLang="en-US" dirty="0"/>
              <a:t>年的歌单里可能会有更多非</a:t>
            </a:r>
            <a:r>
              <a:rPr lang="en-US" altLang="zh-CN" dirty="0"/>
              <a:t>K</a:t>
            </a:r>
            <a:r>
              <a:rPr lang="zh-CN" altLang="en-US" dirty="0"/>
              <a:t>作品</a:t>
            </a:r>
            <a:r>
              <a:rPr lang="en-US" altLang="zh-CN" dirty="0"/>
              <a:t>[</a:t>
            </a:r>
            <a:r>
              <a:rPr lang="zh-CN" altLang="en-US" dirty="0"/>
              <a:t>这一点预言得极其正确</a:t>
            </a:r>
            <a:r>
              <a:rPr lang="en-US" altLang="zh-CN" dirty="0"/>
              <a:t>]; </a:t>
            </a:r>
            <a:r>
              <a:rPr lang="zh-CN" altLang="en-US" dirty="0"/>
              <a:t> 电子、爵士、流行等品味没怎么变</a:t>
            </a:r>
            <a:r>
              <a:rPr lang="en-US" altLang="zh-CN" dirty="0"/>
              <a:t>, </a:t>
            </a:r>
            <a:r>
              <a:rPr lang="zh-CN" altLang="en-US" dirty="0"/>
              <a:t>现在很难听到新歌了</a:t>
            </a:r>
            <a:r>
              <a:rPr lang="en-US" altLang="zh-CN" dirty="0"/>
              <a:t>. 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A3B700-5B17-4387-8F41-83FC9CA2A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752" y="1102936"/>
            <a:ext cx="5538248" cy="4652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560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D9585-4EE7-8C46-F329-2A59292A8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A14F93-A15E-F68A-EB37-41FEE87F4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2025</a:t>
            </a:r>
            <a:r>
              <a:rPr lang="zh-CN" altLang="en-US" dirty="0"/>
              <a:t>年度歌单 </a:t>
            </a:r>
            <a:r>
              <a:rPr lang="en-US" altLang="zh-CN" dirty="0"/>
              <a:t>10/10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752154C-C969-25EE-92FF-982A5F5F9DA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617" t="-870" r="37927" b="34348"/>
          <a:stretch/>
        </p:blipFill>
        <p:spPr>
          <a:xfrm>
            <a:off x="8268773" y="1825625"/>
            <a:ext cx="1080053" cy="1251878"/>
          </a:xfrm>
          <a:prstGeom prst="rect">
            <a:avLst/>
          </a:prstGeom>
        </p:spPr>
      </p:pic>
      <p:pic>
        <p:nvPicPr>
          <p:cNvPr id="7" name="图片 6" descr="图形用户界面, 文本, 应用程序, 电子邮件&#10;&#10;AI 生成的内容可能不正确。">
            <a:extLst>
              <a:ext uri="{FF2B5EF4-FFF2-40B4-BE49-F238E27FC236}">
                <a16:creationId xmlns:a16="http://schemas.microsoft.com/office/drawing/2014/main" id="{AF172534-9763-CF1D-4CF0-5AA13BA551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484"/>
          <a:stretch>
            <a:fillRect/>
          </a:stretch>
        </p:blipFill>
        <p:spPr>
          <a:xfrm>
            <a:off x="7690810" y="-462"/>
            <a:ext cx="4501190" cy="6858462"/>
          </a:xfrm>
          <a:prstGeom prst="rect">
            <a:avLst/>
          </a:prstGeom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50820C-A7DC-C248-F775-6D5B2C13C2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01-</a:t>
            </a:r>
            <a:r>
              <a:rPr lang="en" altLang="zh-CN" dirty="0">
                <a:highlight>
                  <a:srgbClr val="00FFFF"/>
                </a:highlight>
              </a:rPr>
              <a:t>Violin Sonata in A Major,  FWV 8:II.</a:t>
            </a:r>
            <a:r>
              <a:rPr lang="zh-CN" altLang="en-US" dirty="0">
                <a:highlight>
                  <a:srgbClr val="00FFFF"/>
                </a:highlight>
              </a:rPr>
              <a:t> </a:t>
            </a:r>
            <a:r>
              <a:rPr lang="en-US" altLang="zh-CN" dirty="0">
                <a:highlight>
                  <a:srgbClr val="00FFFF"/>
                </a:highlight>
              </a:rPr>
              <a:t>Allegro</a:t>
            </a:r>
          </a:p>
          <a:p>
            <a:pPr marL="0" indent="0">
              <a:buNone/>
            </a:pPr>
            <a:r>
              <a:rPr lang="en-US" altLang="zh-CN" dirty="0"/>
              <a:t>02-Overcompensate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03-Piano Sonata No. 4 in F-Sharp Major,  Op. 30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00"/>
                </a:highlight>
              </a:rPr>
              <a:t>04-Skycraping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00"/>
                </a:highlight>
              </a:rPr>
              <a:t>05-Wading</a:t>
            </a:r>
            <a:r>
              <a:rPr lang="zh-CN" altLang="en-US" dirty="0">
                <a:highlight>
                  <a:srgbClr val="00FF00"/>
                </a:highlight>
              </a:rPr>
              <a:t> </a:t>
            </a:r>
            <a:r>
              <a:rPr lang="en-US" altLang="zh-CN" dirty="0">
                <a:highlight>
                  <a:srgbClr val="00FF00"/>
                </a:highlight>
              </a:rPr>
              <a:t>Through</a:t>
            </a:r>
            <a:r>
              <a:rPr lang="zh-CN" altLang="en-US" dirty="0">
                <a:highlight>
                  <a:srgbClr val="00FF00"/>
                </a:highlight>
              </a:rPr>
              <a:t> </a:t>
            </a:r>
            <a:r>
              <a:rPr lang="en-US" altLang="zh-CN" dirty="0">
                <a:highlight>
                  <a:srgbClr val="00FF00"/>
                </a:highlight>
              </a:rPr>
              <a:t>The</a:t>
            </a:r>
            <a:r>
              <a:rPr lang="zh-CN" altLang="en-US" dirty="0">
                <a:highlight>
                  <a:srgbClr val="00FF00"/>
                </a:highlight>
              </a:rPr>
              <a:t> </a:t>
            </a:r>
            <a:r>
              <a:rPr lang="en-US" altLang="zh-CN" dirty="0">
                <a:highlight>
                  <a:srgbClr val="00FF00"/>
                </a:highlight>
              </a:rPr>
              <a:t>Crowds</a:t>
            </a:r>
            <a:r>
              <a:rPr lang="zh-CN" altLang="en-US" dirty="0">
                <a:highlight>
                  <a:srgbClr val="00FF00"/>
                </a:highlight>
              </a:rPr>
              <a:t> 蝉联</a:t>
            </a:r>
            <a:endParaRPr lang="en-US" altLang="zh-CN" dirty="0">
              <a:highlight>
                <a:srgbClr val="00FF00"/>
              </a:highlight>
            </a:endParaRPr>
          </a:p>
          <a:p>
            <a:pPr marL="0" indent="0">
              <a:buNone/>
            </a:pPr>
            <a:r>
              <a:rPr lang="en-US" altLang="zh-CN" dirty="0">
                <a:highlight>
                  <a:srgbClr val="00FF00"/>
                </a:highlight>
              </a:rPr>
              <a:t>06-Basic</a:t>
            </a:r>
            <a:r>
              <a:rPr lang="zh-CN" altLang="en-US" dirty="0">
                <a:highlight>
                  <a:srgbClr val="00FF00"/>
                </a:highlight>
              </a:rPr>
              <a:t> </a:t>
            </a:r>
            <a:r>
              <a:rPr lang="en-US" altLang="zh-CN" dirty="0">
                <a:highlight>
                  <a:srgbClr val="00FF00"/>
                </a:highlight>
              </a:rPr>
              <a:t>Instinct</a:t>
            </a:r>
          </a:p>
          <a:p>
            <a:pPr marL="0" indent="0">
              <a:buNone/>
            </a:pPr>
            <a:r>
              <a:rPr lang="en-US" altLang="zh-CN" dirty="0">
                <a:highlight>
                  <a:srgbClr val="00FFFF"/>
                </a:highlight>
              </a:rPr>
              <a:t>07-Kreisleriana,  Op. 16:IV. Sehr </a:t>
            </a:r>
            <a:r>
              <a:rPr lang="en-US" altLang="zh-CN" dirty="0" err="1">
                <a:highlight>
                  <a:srgbClr val="00FFFF"/>
                </a:highlight>
              </a:rPr>
              <a:t>langsam</a:t>
            </a:r>
            <a:endParaRPr lang="en-US" altLang="zh-CN" dirty="0">
              <a:highlight>
                <a:srgbClr val="00FFFF"/>
              </a:highlight>
            </a:endParaRPr>
          </a:p>
          <a:p>
            <a:pPr marL="0" indent="0">
              <a:buNone/>
            </a:pPr>
            <a:r>
              <a:rPr lang="en-US" altLang="zh-CN" dirty="0"/>
              <a:t>08-</a:t>
            </a:r>
            <a:r>
              <a:rPr lang="zh-CN" altLang="en-US" dirty="0"/>
              <a:t>魔镜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highlight>
                  <a:srgbClr val="FFFF00"/>
                </a:highlight>
              </a:rPr>
              <a:t>09-</a:t>
            </a:r>
            <a:r>
              <a:rPr lang="ja-JP" altLang="en-US" dirty="0">
                <a:highlight>
                  <a:srgbClr val="FFFF00"/>
                </a:highlight>
              </a:rPr>
              <a:t>ドルフィンみさき </a:t>
            </a:r>
            <a:r>
              <a:rPr lang="en-US" altLang="ja-JP" dirty="0">
                <a:highlight>
                  <a:srgbClr val="FFFF00"/>
                </a:highlight>
              </a:rPr>
              <a:t>- </a:t>
            </a:r>
            <a:r>
              <a:rPr lang="ja-JP" altLang="en-US">
                <a:highlight>
                  <a:srgbClr val="FFFF00"/>
                </a:highlight>
              </a:rPr>
              <a:t>地上</a:t>
            </a:r>
            <a:r>
              <a:rPr lang="zh-CN" altLang="en-US" dirty="0">
                <a:highlight>
                  <a:srgbClr val="FFFF00"/>
                </a:highlight>
              </a:rPr>
              <a:t> 蝉联</a:t>
            </a:r>
            <a:endParaRPr lang="en-US" altLang="ja-JP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US" altLang="zh-CN" dirty="0">
                <a:highlight>
                  <a:srgbClr val="00FF00"/>
                </a:highlight>
              </a:rPr>
              <a:t>10-Caffeine</a:t>
            </a:r>
            <a:endParaRPr lang="zh-CN" altLang="en-US" dirty="0">
              <a:highlight>
                <a:srgbClr val="00FF00"/>
              </a:highlight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54EF1BF-9434-BE1F-6CF1-2FE333E553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617" t="-870" r="37927" b="34348"/>
          <a:stretch/>
        </p:blipFill>
        <p:spPr>
          <a:xfrm>
            <a:off x="6096000" y="4639665"/>
            <a:ext cx="1080053" cy="125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684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5F61B-61EB-324B-E0ED-1D1CA36BD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E5AEC-86DD-6909-BAD5-06FD0C50C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2025</a:t>
            </a:r>
            <a:r>
              <a:rPr lang="zh-CN" altLang="en-US" dirty="0"/>
              <a:t>年度歌单 </a:t>
            </a:r>
            <a:r>
              <a:rPr lang="en-US" altLang="zh-CN" dirty="0"/>
              <a:t>10/10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A8534C6-1277-9568-1DDE-F36070C907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617" t="-870" r="37927" b="34348"/>
          <a:stretch/>
        </p:blipFill>
        <p:spPr>
          <a:xfrm>
            <a:off x="8268773" y="1825625"/>
            <a:ext cx="1080053" cy="1251878"/>
          </a:xfrm>
          <a:prstGeom prst="rect">
            <a:avLst/>
          </a:prstGeom>
        </p:spPr>
      </p:pic>
      <p:pic>
        <p:nvPicPr>
          <p:cNvPr id="7" name="图片 6" descr="图形用户界面, 文本, 应用程序, 电子邮件&#10;&#10;AI 生成的内容可能不正确。">
            <a:extLst>
              <a:ext uri="{FF2B5EF4-FFF2-40B4-BE49-F238E27FC236}">
                <a16:creationId xmlns:a16="http://schemas.microsoft.com/office/drawing/2014/main" id="{3FCC0458-D642-C0DE-0539-3CAC50ADA2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484"/>
          <a:stretch>
            <a:fillRect/>
          </a:stretch>
        </p:blipFill>
        <p:spPr>
          <a:xfrm>
            <a:off x="7690810" y="-462"/>
            <a:ext cx="4501190" cy="6858462"/>
          </a:xfrm>
          <a:prstGeom prst="rect">
            <a:avLst/>
          </a:prstGeom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06F905-0264-0F85-A837-8BBB7531B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1763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古典的一年</a:t>
            </a:r>
            <a:r>
              <a:rPr lang="en-US" altLang="zh-CN" dirty="0"/>
              <a:t>, </a:t>
            </a:r>
            <a:r>
              <a:rPr lang="zh-CN" altLang="en-US" dirty="0"/>
              <a:t> 主要听了</a:t>
            </a:r>
            <a:r>
              <a:rPr lang="zh-CN" altLang="en-US" dirty="0">
                <a:highlight>
                  <a:srgbClr val="00FFFF"/>
                </a:highlight>
              </a:rPr>
              <a:t>古典</a:t>
            </a:r>
            <a:r>
              <a:rPr lang="en-US" altLang="zh-CN" dirty="0"/>
              <a:t>, </a:t>
            </a:r>
            <a:r>
              <a:rPr lang="zh-CN" altLang="en-US" dirty="0"/>
              <a:t> </a:t>
            </a:r>
            <a:r>
              <a:rPr lang="en-US" altLang="zh-CN" dirty="0" err="1">
                <a:highlight>
                  <a:srgbClr val="00FF00"/>
                </a:highlight>
              </a:rPr>
              <a:t>dnb</a:t>
            </a:r>
            <a:r>
              <a:rPr lang="en-US" altLang="zh-CN" dirty="0"/>
              <a:t>, </a:t>
            </a:r>
            <a:r>
              <a:rPr lang="zh-CN" altLang="en-US" dirty="0"/>
              <a:t> 爵士</a:t>
            </a:r>
            <a:r>
              <a:rPr lang="en-US" altLang="zh-CN" dirty="0"/>
              <a:t>, </a:t>
            </a:r>
            <a:r>
              <a:rPr lang="zh-CN" altLang="en-US" dirty="0"/>
              <a:t> </a:t>
            </a:r>
            <a:r>
              <a:rPr lang="en-US" altLang="zh-CN" dirty="0"/>
              <a:t>garage.</a:t>
            </a:r>
            <a:r>
              <a:rPr lang="zh-CN" altLang="en-US" dirty="0"/>
              <a:t> 很多歌都在跑步的时候听</a:t>
            </a:r>
            <a:r>
              <a:rPr lang="en-US" altLang="zh-CN" dirty="0"/>
              <a:t>.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收集了</a:t>
            </a:r>
            <a:r>
              <a:rPr lang="en-US" altLang="zh-CN" dirty="0"/>
              <a:t>20</a:t>
            </a:r>
            <a:r>
              <a:rPr lang="zh-CN" altLang="en-US" dirty="0"/>
              <a:t>年精华选集</a:t>
            </a:r>
            <a:r>
              <a:rPr lang="en-US" altLang="zh-CN" dirty="0"/>
              <a:t>.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一整年没编曲了</a:t>
            </a:r>
            <a:r>
              <a:rPr lang="en-US" altLang="zh-CN" dirty="0"/>
              <a:t>, </a:t>
            </a:r>
            <a:r>
              <a:rPr lang="zh-CN" altLang="en-US" dirty="0"/>
              <a:t> 不知道为什么</a:t>
            </a:r>
            <a:r>
              <a:rPr lang="en-US" altLang="zh-C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06664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832</Words>
  <Application>Microsoft Macintosh PowerPoint</Application>
  <PresentationFormat>宽屏</PresentationFormat>
  <Paragraphs>92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Zhuiy 金曲年度回顾</vt:lpstr>
      <vt:lpstr>2018年度歌单 1/9</vt:lpstr>
      <vt:lpstr>2018年度歌单 1/9</vt:lpstr>
      <vt:lpstr>2019年度歌单 6/10 </vt:lpstr>
      <vt:lpstr>2019年度歌单 6/10 </vt:lpstr>
      <vt:lpstr>2020年度歌单 8/10</vt:lpstr>
      <vt:lpstr>2020年度歌单 8/10</vt:lpstr>
      <vt:lpstr>2021年度歌单 8/10 </vt:lpstr>
      <vt:lpstr>2021年度歌单 8/10 </vt:lpstr>
      <vt:lpstr>2022年度歌单 8/10</vt:lpstr>
      <vt:lpstr>2022年度歌单 8/10</vt:lpstr>
      <vt:lpstr>2023年度歌单 9/10</vt:lpstr>
      <vt:lpstr>2023年度歌单 9/10</vt:lpstr>
      <vt:lpstr>2024年度歌单 10/10</vt:lpstr>
      <vt:lpstr>2024年度歌单 10/10</vt:lpstr>
      <vt:lpstr>2025年度歌单 10/10</vt:lpstr>
      <vt:lpstr>2025年度歌单 10/10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Zhuiy 金曲年度回顾</dc:title>
  <dc:creator>~ Zhuiy</dc:creator>
  <cp:lastModifiedBy>~ Zhuiy</cp:lastModifiedBy>
  <cp:revision>8</cp:revision>
  <dcterms:created xsi:type="dcterms:W3CDTF">2023-12-30T07:26:15Z</dcterms:created>
  <dcterms:modified xsi:type="dcterms:W3CDTF">2025-12-29T10:16:57Z</dcterms:modified>
</cp:coreProperties>
</file>